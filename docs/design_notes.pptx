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5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261E-A918-4EA4-B9EB-ED6A35898A5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3CDA-7349-479E-B7DB-4CF9A344E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15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261E-A918-4EA4-B9EB-ED6A35898A5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3CDA-7349-479E-B7DB-4CF9A344E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8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261E-A918-4EA4-B9EB-ED6A35898A5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3CDA-7349-479E-B7DB-4CF9A344E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9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261E-A918-4EA4-B9EB-ED6A35898A5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3CDA-7349-479E-B7DB-4CF9A344E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261E-A918-4EA4-B9EB-ED6A35898A5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3CDA-7349-479E-B7DB-4CF9A344E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35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261E-A918-4EA4-B9EB-ED6A35898A5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3CDA-7349-479E-B7DB-4CF9A344E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6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261E-A918-4EA4-B9EB-ED6A35898A5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3CDA-7349-479E-B7DB-4CF9A344E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261E-A918-4EA4-B9EB-ED6A35898A5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3CDA-7349-479E-B7DB-4CF9A344E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75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261E-A918-4EA4-B9EB-ED6A35898A5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3CDA-7349-479E-B7DB-4CF9A344E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6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261E-A918-4EA4-B9EB-ED6A35898A5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3CDA-7349-479E-B7DB-4CF9A344E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261E-A918-4EA4-B9EB-ED6A35898A5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3CDA-7349-479E-B7DB-4CF9A344E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D261E-A918-4EA4-B9EB-ED6A35898A5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F3CDA-7349-479E-B7DB-4CF9A344E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14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815A7-DC5B-2CD2-CD95-1900F5F9E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Current states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F270B7-D902-E52C-CFFF-14D62E62F6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3357976"/>
              </p:ext>
            </p:extLst>
          </p:nvPr>
        </p:nvGraphicFramePr>
        <p:xfrm>
          <a:off x="838200" y="1825625"/>
          <a:ext cx="9630508" cy="396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369">
                  <a:extLst>
                    <a:ext uri="{9D8B030D-6E8A-4147-A177-3AD203B41FA5}">
                      <a16:colId xmlns:a16="http://schemas.microsoft.com/office/drawing/2014/main" val="875086995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1270451725"/>
                    </a:ext>
                  </a:extLst>
                </a:gridCol>
                <a:gridCol w="2797908">
                  <a:extLst>
                    <a:ext uri="{9D8B030D-6E8A-4147-A177-3AD203B41FA5}">
                      <a16:colId xmlns:a16="http://schemas.microsoft.com/office/drawing/2014/main" val="1048892616"/>
                    </a:ext>
                  </a:extLst>
                </a:gridCol>
                <a:gridCol w="2301631">
                  <a:extLst>
                    <a:ext uri="{9D8B030D-6E8A-4147-A177-3AD203B41FA5}">
                      <a16:colId xmlns:a16="http://schemas.microsoft.com/office/drawing/2014/main" val="588690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Foreground display, status dot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Chart msg, status dot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84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[T, I, </a:t>
                      </a:r>
                      <a:r>
                        <a:rPr lang="en-US" sz="1200" dirty="0" err="1"/>
                        <a:t>Temp,V</a:t>
                      </a:r>
                      <a:r>
                        <a:rPr lang="en-US" sz="1200" dirty="0"/>
                        <a:t>, Ah, B%]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Regular monitoring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732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Normal</a:t>
                      </a:r>
                      <a:r>
                        <a:rPr lang="en-US" sz="1200"/>
                        <a:t>, 25%&lt;</a:t>
                      </a:r>
                      <a:r>
                        <a:rPr lang="en-US" sz="1200" dirty="0"/>
                        <a:t>Batt </a:t>
                      </a:r>
                      <a:r>
                        <a:rPr lang="en-US" sz="1200"/>
                        <a:t>&lt;75%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[T, I, </a:t>
                      </a:r>
                      <a:r>
                        <a:rPr lang="en-US" sz="1200" dirty="0" err="1"/>
                        <a:t>Temp,V</a:t>
                      </a:r>
                      <a:r>
                        <a:rPr lang="en-US" sz="1200" dirty="0"/>
                        <a:t>, Ah, B%]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Regular mon. armed for battery condition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None,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392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Normal, Batt: 25%-75%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[T, I, </a:t>
                      </a:r>
                      <a:r>
                        <a:rPr lang="en-US" sz="1200" dirty="0" err="1"/>
                        <a:t>Temp,V</a:t>
                      </a:r>
                      <a:r>
                        <a:rPr lang="en-US" sz="1200" dirty="0"/>
                        <a:t>, Ah, B%] 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Regular mon. with battery condition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None, flash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144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CAL (1) </a:t>
                      </a:r>
                      <a:r>
                        <a:rPr lang="en-US" sz="1200" dirty="0" err="1"/>
                        <a:t>chg</a:t>
                      </a:r>
                      <a:r>
                        <a:rPr lang="en-US" sz="1200" dirty="0"/>
                        <a:t> to 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[CAL: T, I, </a:t>
                      </a:r>
                      <a:r>
                        <a:rPr lang="en-US" sz="1200" dirty="0" err="1"/>
                        <a:t>Temp,V</a:t>
                      </a:r>
                      <a:r>
                        <a:rPr lang="en-US" sz="1200" dirty="0"/>
                        <a:t>, Ah, B%]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 initiated, waiting for 100% 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Cal: charge to 100%,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46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CAL (2) 5 min @100%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[CAL-8: T, I, </a:t>
                      </a:r>
                      <a:r>
                        <a:rPr lang="en-US" sz="1200" dirty="0" err="1"/>
                        <a:t>Temp,V</a:t>
                      </a:r>
                      <a:r>
                        <a:rPr lang="en-US" sz="1200" dirty="0"/>
                        <a:t>, Ah, B%]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 in 5 min float charge @ 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Cal: float @ 100%,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434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CAL (3) disconnect charger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[CAL(flash): T, I, </a:t>
                      </a:r>
                      <a:r>
                        <a:rPr lang="en-US" sz="1200" dirty="0" err="1"/>
                        <a:t>Temp,V</a:t>
                      </a:r>
                      <a:r>
                        <a:rPr lang="en-US" sz="1200" dirty="0"/>
                        <a:t>, Ah, B%]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Waiting for user to disconnect charger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Cal: wait for charger disconnect,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55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CAL (4) discharge to 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[CAL+2: T, I, </a:t>
                      </a:r>
                      <a:r>
                        <a:rPr lang="en-US" sz="1200" dirty="0" err="1"/>
                        <a:t>Temp,V</a:t>
                      </a:r>
                      <a:r>
                        <a:rPr lang="en-US" sz="1200" dirty="0"/>
                        <a:t>, Ah, B%] flash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 waiting for 99% battery state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Cal: discharge to 95%, flash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31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CAL (5) start </a:t>
                      </a:r>
                      <a:r>
                        <a:rPr lang="en-US" sz="1200" dirty="0" err="1"/>
                        <a:t>msr</a:t>
                      </a:r>
                      <a:r>
                        <a:rPr lang="en-US" sz="1200" dirty="0"/>
                        <a:t> at 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[CAL: T, I, </a:t>
                      </a:r>
                      <a:r>
                        <a:rPr lang="en-US" sz="1200" dirty="0" err="1"/>
                        <a:t>Temp,V</a:t>
                      </a:r>
                      <a:r>
                        <a:rPr lang="en-US" sz="1200" dirty="0"/>
                        <a:t>, Ah, B%]  flash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 in measurement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Cal: measuring, flash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661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CAL (6) end </a:t>
                      </a:r>
                      <a:r>
                        <a:rPr lang="en-US" sz="1200" dirty="0" err="1"/>
                        <a:t>msr</a:t>
                      </a:r>
                      <a:r>
                        <a:rPr lang="en-US" sz="1200" dirty="0"/>
                        <a:t> at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[T, I, </a:t>
                      </a:r>
                      <a:r>
                        <a:rPr lang="en-US" sz="1200" dirty="0" err="1"/>
                        <a:t>Temp,V</a:t>
                      </a:r>
                      <a:r>
                        <a:rPr lang="en-US" sz="1200" dirty="0"/>
                        <a:t>, Ah, B%]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 measurement ends, record data and popup results (Capacity=</a:t>
                      </a:r>
                      <a:r>
                        <a:rPr lang="en-US" sz="1200" dirty="0">
                          <a:latin typeface="Symbol" panose="05050102010706020507" pitchFamily="18" charset="2"/>
                        </a:rPr>
                        <a:t>D</a:t>
                      </a:r>
                      <a:r>
                        <a:rPr lang="en-US" sz="1200" dirty="0"/>
                        <a:t>mAh/0.89)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None,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994786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1AD200A2-B380-8073-184C-190F8544461E}"/>
              </a:ext>
            </a:extLst>
          </p:cNvPr>
          <p:cNvSpPr/>
          <p:nvPr/>
        </p:nvSpPr>
        <p:spPr>
          <a:xfrm>
            <a:off x="4281840" y="2627078"/>
            <a:ext cx="109182" cy="10918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9162C38-40E2-909A-310B-922127474D89}"/>
              </a:ext>
            </a:extLst>
          </p:cNvPr>
          <p:cNvSpPr/>
          <p:nvPr/>
        </p:nvSpPr>
        <p:spPr>
          <a:xfrm>
            <a:off x="4620469" y="3096846"/>
            <a:ext cx="109182" cy="10918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A8B233-4F1B-1C1F-8235-37D824E8F5CF}"/>
              </a:ext>
            </a:extLst>
          </p:cNvPr>
          <p:cNvSpPr/>
          <p:nvPr/>
        </p:nvSpPr>
        <p:spPr>
          <a:xfrm>
            <a:off x="4520678" y="3550490"/>
            <a:ext cx="109182" cy="1091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11A843-2DFE-AC6D-FDDE-5430C4A9F390}"/>
              </a:ext>
            </a:extLst>
          </p:cNvPr>
          <p:cNvSpPr/>
          <p:nvPr/>
        </p:nvSpPr>
        <p:spPr>
          <a:xfrm>
            <a:off x="4675060" y="3923911"/>
            <a:ext cx="109182" cy="1091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037C27-548B-FB98-E262-54B5475A9451}"/>
              </a:ext>
            </a:extLst>
          </p:cNvPr>
          <p:cNvSpPr/>
          <p:nvPr/>
        </p:nvSpPr>
        <p:spPr>
          <a:xfrm>
            <a:off x="4965701" y="4337132"/>
            <a:ext cx="109182" cy="1091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E24DD8-B035-4059-2E99-D807DB0E56F0}"/>
              </a:ext>
            </a:extLst>
          </p:cNvPr>
          <p:cNvSpPr/>
          <p:nvPr/>
        </p:nvSpPr>
        <p:spPr>
          <a:xfrm>
            <a:off x="4956793" y="4670277"/>
            <a:ext cx="109182" cy="1091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3A13AB8-CC34-81F3-CFEF-0CE2ED8F5C30}"/>
              </a:ext>
            </a:extLst>
          </p:cNvPr>
          <p:cNvSpPr/>
          <p:nvPr/>
        </p:nvSpPr>
        <p:spPr>
          <a:xfrm>
            <a:off x="8709101" y="2681669"/>
            <a:ext cx="109182" cy="10918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6434B89-528B-3DBF-AF95-0155D3538154}"/>
              </a:ext>
            </a:extLst>
          </p:cNvPr>
          <p:cNvSpPr/>
          <p:nvPr/>
        </p:nvSpPr>
        <p:spPr>
          <a:xfrm>
            <a:off x="9023782" y="3096846"/>
            <a:ext cx="109182" cy="10918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2147455-DB22-A52B-A259-5F47D4050748}"/>
              </a:ext>
            </a:extLst>
          </p:cNvPr>
          <p:cNvSpPr/>
          <p:nvPr/>
        </p:nvSpPr>
        <p:spPr>
          <a:xfrm>
            <a:off x="9702193" y="3599338"/>
            <a:ext cx="109182" cy="1091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221AB2-DB60-0531-4C68-72FDAFFF9974}"/>
              </a:ext>
            </a:extLst>
          </p:cNvPr>
          <p:cNvSpPr/>
          <p:nvPr/>
        </p:nvSpPr>
        <p:spPr>
          <a:xfrm>
            <a:off x="9472620" y="3932081"/>
            <a:ext cx="109182" cy="1091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AAE8AEB-DB83-6F69-86C4-1DC691140FBA}"/>
              </a:ext>
            </a:extLst>
          </p:cNvPr>
          <p:cNvSpPr/>
          <p:nvPr/>
        </p:nvSpPr>
        <p:spPr>
          <a:xfrm>
            <a:off x="10268166" y="4339116"/>
            <a:ext cx="109182" cy="1091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9ECA715-209A-9B04-649C-7EDC7E9C6C7A}"/>
              </a:ext>
            </a:extLst>
          </p:cNvPr>
          <p:cNvSpPr/>
          <p:nvPr/>
        </p:nvSpPr>
        <p:spPr>
          <a:xfrm>
            <a:off x="10052067" y="4675060"/>
            <a:ext cx="109182" cy="1091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6A4BE5-47FC-6BB4-B045-42C321F2DA2B}"/>
              </a:ext>
            </a:extLst>
          </p:cNvPr>
          <p:cNvSpPr/>
          <p:nvPr/>
        </p:nvSpPr>
        <p:spPr>
          <a:xfrm>
            <a:off x="4847611" y="5040786"/>
            <a:ext cx="109182" cy="1091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432FE0-309F-494A-3D63-D757D27E5123}"/>
              </a:ext>
            </a:extLst>
          </p:cNvPr>
          <p:cNvSpPr/>
          <p:nvPr/>
        </p:nvSpPr>
        <p:spPr>
          <a:xfrm>
            <a:off x="9593011" y="5040786"/>
            <a:ext cx="109182" cy="1091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2A2D6C-0675-C6F2-D293-AE4DF2A34C11}"/>
              </a:ext>
            </a:extLst>
          </p:cNvPr>
          <p:cNvSpPr/>
          <p:nvPr/>
        </p:nvSpPr>
        <p:spPr>
          <a:xfrm>
            <a:off x="4172658" y="5433968"/>
            <a:ext cx="109182" cy="10918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C6E7E7B-3B0A-8132-53C3-AB90B1DC1724}"/>
              </a:ext>
            </a:extLst>
          </p:cNvPr>
          <p:cNvSpPr/>
          <p:nvPr/>
        </p:nvSpPr>
        <p:spPr>
          <a:xfrm>
            <a:off x="8709101" y="5433968"/>
            <a:ext cx="109182" cy="10918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1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131</TotalTime>
  <Words>322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Symbol</vt:lpstr>
      <vt:lpstr>Office Theme</vt:lpstr>
      <vt:lpstr>Battery Current states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Narayan</dc:creator>
  <cp:lastModifiedBy>S Narayan</cp:lastModifiedBy>
  <cp:revision>6</cp:revision>
  <dcterms:created xsi:type="dcterms:W3CDTF">2026-06-01T18:38:33Z</dcterms:created>
  <dcterms:modified xsi:type="dcterms:W3CDTF">2026-06-01T22:33:02Z</dcterms:modified>
</cp:coreProperties>
</file>